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B6635BB9-6972-EE58-BC4C-B707C91483C5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EDF1F2"/>
          </a:solidFill>
          <a:ln>
            <a:solidFill>
              <a:srgbClr val="EDF1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CC0BACDD-8399-A2CE-DDA8-BD0BBEAF76E4}"/>
              </a:ext>
            </a:extLst>
          </p:cNvPr>
          <p:cNvSpPr/>
          <p:nvPr/>
        </p:nvSpPr>
        <p:spPr>
          <a:xfrm>
            <a:off x="14909800" y="8686800"/>
            <a:ext cx="1346200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01F4D03C-493C-BBBD-C509-4C18FB09FAE3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9BFF0AE1-E281-B86C-2F63-47EAA1F11FE6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DEEB96B7-1F13-8CFC-F285-18AC02968104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9D914E46-0B19-E89E-136F-3D2ED43D7D7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0DC1D204-3297-5BCE-D260-03A602C8BF74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68EF0873-8063-1452-72DA-DAAD2E8A861B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52D56DAB-14F9-5774-9574-FBD88E4ACC14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72C960B3-4DD9-F15A-7034-C69E217468C1}"/>
              </a:ext>
            </a:extLst>
          </p:cNvPr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9D2D8B83-925C-6C24-C3FC-6FEBA33A55CB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Özel</PresentationFormat>
  <Paragraphs>0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Ahmet Özbey</cp:lastModifiedBy>
  <cp:revision>2</cp:revision>
  <dcterms:created xsi:type="dcterms:W3CDTF">2006-08-16T00:00:00Z</dcterms:created>
  <dcterms:modified xsi:type="dcterms:W3CDTF">2026-03-05T05:04:10Z</dcterms:modified>
</cp:coreProperties>
</file>